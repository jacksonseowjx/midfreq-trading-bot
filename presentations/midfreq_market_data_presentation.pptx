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Mid-Frequency Market Data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Implementation Progress &amp; Architecture</a:t>
            </a:r>
          </a:p>
          <a:p>
            <a:r>
              <a:t>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Standardized Data Architecture: Universal OHLCV schema using Pydantic.</a:t>
            </a:r>
          </a:p>
          <a:p>
            <a:r>
              <a:t>• Modular Provider System: Seamless integration for diverse data sources.</a:t>
            </a:r>
          </a:p>
          <a:p>
            <a:r>
              <a:t>• High-Performance Storage: Optimized local Parquet storage.</a:t>
            </a:r>
          </a:p>
          <a:p>
            <a:r>
              <a:t>• Real-Time Capabilities: Tick-to-candle aggregation for live trading.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External Sources: Yahoo Finance &amp; IB Gateway/TWS.</a:t>
            </a:r>
          </a:p>
          <a:p>
            <a:r>
              <a:t>• Core Engine: Standardized models (Pydantic), Aggregators (Real-time), and Storage (Parquet).</a:t>
            </a:r>
          </a:p>
          <a:p>
            <a:r>
              <a:t>• Local Files: Organized data/SYMBOL/tf.parquet.</a:t>
            </a:r>
          </a:p>
          <a:p>
            <a:r>
              <a:t>• Downstream: Strategy Engine &amp; Backtesting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Standardized Data 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Fetch historical/live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yfinance / ib_insync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Enforce schema &amp; UTC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Pydantic V2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Compressed snapshots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Parquet (PyArrow)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Live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Ticks to Candles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TickAggregator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YFinance vs. Interactive Brokers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YFinance: Best for Backtesting, Free, Delayed Data.</a:t>
            </a:r>
          </a:p>
          <a:p>
            <a:r>
              <a:t>Interactive Brokers: Best for Live/Paper Trading, Professional-Grade, Real-time Streaming.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COMPLETED:</a:t>
            </a:r>
          </a:p>
          <a:p>
            <a:r>
              <a:t>• Core Infrastructure &amp; Data Models</a:t>
            </a:r>
          </a:p>
          <a:p>
            <a:r>
              <a:t>• YFinance &amp; IB Integration</a:t>
            </a:r>
          </a:p>
          <a:p>
            <a:r>
              <a:t>• Local Parquet Storage</a:t>
            </a:r>
          </a:p>
          <a:p/>
          <a:p>
            <a:r>
              <a:t>NEXT STEPS:</a:t>
            </a:r>
          </a:p>
          <a:p>
            <a:r>
              <a:t>• Backtesting Engine</a:t>
            </a:r>
          </a:p>
          <a:p>
            <a:r>
              <a:t>• Strategy Execution Engine</a:t>
            </a:r>
          </a:p>
          <a:p>
            <a:r>
              <a:t>• GUI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